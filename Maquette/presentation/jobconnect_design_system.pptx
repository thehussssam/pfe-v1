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51435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023360" y="0"/>
            <a:ext cx="50292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347472"/>
            <a:ext cx="713232" cy="713232"/>
          </a:xfrm>
          <a:prstGeom prst="rect">
            <a:avLst>
              <a:gd name="adj" fmla="val 15385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347472"/>
            <a:ext cx="713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11480" y="713232"/>
            <a:ext cx="713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1261872" y="38404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JobConnect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261872" y="713232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spc="250" kern="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RECRUITMENT PLATFORM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411480" y="129844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150" kern="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System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1627632"/>
            <a:ext cx="3383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Rationale</a:t>
            </a:r>
            <a:endParaRPr lang="en-US" sz="3400" dirty="0"/>
          </a:p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Decisions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411480" y="292608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Colors · Typography · Components · Layout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11480" y="3291840"/>
            <a:ext cx="2743200" cy="1828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340156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spc="5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Recruitment Experience  ·  Web Platform Design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4343400" y="914400"/>
            <a:ext cx="512064" cy="512064"/>
          </a:xfrm>
          <a:prstGeom prst="rect">
            <a:avLst>
              <a:gd name="adj" fmla="val 1785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43400" y="9144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83480" y="93268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Blues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83480" y="120700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palette anchored in trust, technology, and credibility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343400" y="1664208"/>
            <a:ext cx="4480560" cy="13716"/>
          </a:xfrm>
          <a:prstGeom prst="rect">
            <a:avLst/>
          </a:prstGeom>
          <a:solidFill>
            <a:srgbClr val="243556"/>
          </a:solidFill>
          <a:ln w="12700">
            <a:solidFill>
              <a:srgbClr val="24355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343400" y="2212848"/>
            <a:ext cx="512064" cy="512064"/>
          </a:xfrm>
          <a:prstGeom prst="rect">
            <a:avLst>
              <a:gd name="adj" fmla="val 1785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43400" y="22128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983480" y="223113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 Typography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983480" y="250545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geometric sans-serif optimized for dashboards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343400" y="2962656"/>
            <a:ext cx="4480560" cy="13716"/>
          </a:xfrm>
          <a:prstGeom prst="rect">
            <a:avLst/>
          </a:prstGeom>
          <a:solidFill>
            <a:srgbClr val="243556"/>
          </a:solidFill>
          <a:ln w="12700">
            <a:solidFill>
              <a:srgbClr val="24355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343400" y="3511296"/>
            <a:ext cx="512064" cy="512064"/>
          </a:xfrm>
          <a:prstGeom prst="rect">
            <a:avLst>
              <a:gd name="adj" fmla="val 1785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43400" y="35112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983480" y="352958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Dashboard UI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983480" y="380390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Elevation system with tonal depth and minimal shadows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COLORS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3657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Palette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82296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purposeful system — every color earns its place in the recruitment workflow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11480" y="1170432"/>
            <a:ext cx="1078992" cy="6583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865376"/>
            <a:ext cx="1078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#2563EB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411480" y="2029968"/>
            <a:ext cx="1078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411480" y="2176272"/>
            <a:ext cx="1078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CTA &amp; Links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1559052" y="1170432"/>
            <a:ext cx="1078992" cy="65836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59052" y="1865376"/>
            <a:ext cx="1078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#1D4ED8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559052" y="2029968"/>
            <a:ext cx="1078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559052" y="2176272"/>
            <a:ext cx="1078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 &amp; Nav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2706624" y="1170432"/>
            <a:ext cx="1078992" cy="65836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06624" y="1865376"/>
            <a:ext cx="1078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#60A5FA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2706624" y="2029968"/>
            <a:ext cx="1078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Hover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2706624" y="2176272"/>
            <a:ext cx="1078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Hover States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3854196" y="1170432"/>
            <a:ext cx="1078992" cy="6583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54196" y="1865376"/>
            <a:ext cx="1078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#10B981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3854196" y="2029968"/>
            <a:ext cx="1078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3854196" y="2176272"/>
            <a:ext cx="1078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5001768" y="1170432"/>
            <a:ext cx="1078992" cy="65836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01768" y="1865376"/>
            <a:ext cx="1078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#EF4444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5001768" y="2029968"/>
            <a:ext cx="1078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5001768" y="2176272"/>
            <a:ext cx="1078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6149340" y="1170432"/>
            <a:ext cx="1078992" cy="658368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49340" y="1865376"/>
            <a:ext cx="1078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#F8FAFC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6149340" y="2029968"/>
            <a:ext cx="1078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6149340" y="2176272"/>
            <a:ext cx="1078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7296912" y="1170432"/>
            <a:ext cx="1078992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296912" y="1865376"/>
            <a:ext cx="1078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#FFFFFF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7296912" y="2029968"/>
            <a:ext cx="1078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7296912" y="2176272"/>
            <a:ext cx="1078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Cards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411480" y="2834640"/>
            <a:ext cx="2011680" cy="10058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48640" y="2907792"/>
            <a:ext cx="182880" cy="1828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95528" y="2898648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— Trust &amp; Technology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548640" y="314553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Professional credibility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548640" y="3346704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Technology-forward brand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548640" y="354787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Candidate confidence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2532888" y="2834640"/>
            <a:ext cx="2011680" cy="10058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670048" y="2907792"/>
            <a:ext cx="182880" cy="1828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916936" y="2898648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— Success States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2670048" y="314553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Accepted applications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2670048" y="3346704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Positive actions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2670048" y="354787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Completion indicators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4654296" y="2834640"/>
            <a:ext cx="2011680" cy="10058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791456" y="2907792"/>
            <a:ext cx="182880" cy="18288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038344" y="2898648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— Alerts &amp; Rejections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4791456" y="314553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Rejected applications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4791456" y="3346704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Error states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4791456" y="354787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Urgent notifications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6775704" y="2834640"/>
            <a:ext cx="2011680" cy="10058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912864" y="2907792"/>
            <a:ext cx="182880" cy="182880"/>
          </a:xfrm>
          <a:prstGeom prst="ellipse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159752" y="2898648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 &amp; Light Gray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6912864" y="314553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Clean interface canvas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6912864" y="3346704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Card elevation cue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6912864" y="354787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Enhanced readability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TYPOGRAPHY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3657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Typography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82296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typeface. Five levels. Built for SaaS dashboards.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11480" y="1170432"/>
            <a:ext cx="3749040" cy="3657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28016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594360" y="187452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 Family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94360" y="2148840"/>
            <a:ext cx="3200400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26771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INTER?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594360" y="2578608"/>
            <a:ext cx="310896" cy="3108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5786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24128" y="2587752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24128" y="2798064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for dashboards and dense data tables.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94360" y="3328416"/>
            <a:ext cx="310896" cy="3108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3284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24128" y="333756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24128" y="3547872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SaaS appearance — professional yet approachable.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94360" y="4078224"/>
            <a:ext cx="310896" cy="3108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40782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24128" y="408736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24128" y="429768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seamlessly across all screens and breakpoints.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663440" y="126187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SCALE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663440" y="16002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XL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7635240" y="165506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40px / Bold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4663440" y="2093976"/>
            <a:ext cx="425196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63440" y="226771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LG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7635240" y="232257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32px / SemiBold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4663440" y="2761488"/>
            <a:ext cx="425196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63440" y="2935224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Title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7635240" y="299008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24px / SemiBold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4663440" y="3291840"/>
            <a:ext cx="425196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63440" y="3602736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635240" y="365760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16px / Regular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4663440" y="3959352"/>
            <a:ext cx="425196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63440" y="427024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635240" y="432511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14px / Medium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COMPONENTS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Interface Components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822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distinct dashboards, one unified design language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11480" y="1170432"/>
            <a:ext cx="2606040" cy="233172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170432"/>
            <a:ext cx="2606040" cy="43891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6072" y="120700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Dashboard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76072" y="1737360"/>
            <a:ext cx="54864" cy="2011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4088" y="1737360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Jobs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76072" y="2130552"/>
            <a:ext cx="54864" cy="2011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4088" y="2130552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Applications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76072" y="2523744"/>
            <a:ext cx="54864" cy="2011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4088" y="2523744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Profile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76072" y="2916936"/>
            <a:ext cx="54864" cy="2011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4088" y="2916936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0" y="1170432"/>
            <a:ext cx="2606040" cy="2331720"/>
          </a:xfrm>
          <a:prstGeom prst="rect">
            <a:avLst/>
          </a:prstGeom>
          <a:solidFill>
            <a:srgbClr val="ECFDF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0" y="1170432"/>
            <a:ext cx="2606040" cy="43891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64992" y="120700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Dashboard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364992" y="1737360"/>
            <a:ext cx="54864" cy="2011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93008" y="1737360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Jobs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364992" y="2130552"/>
            <a:ext cx="54864" cy="2011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93008" y="2130552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Candidates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364992" y="2523744"/>
            <a:ext cx="54864" cy="2011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93008" y="2523744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Applications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364992" y="2916936"/>
            <a:ext cx="54864" cy="2011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93008" y="2916936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989320" y="1170432"/>
            <a:ext cx="2606040" cy="2331720"/>
          </a:xfrm>
          <a:prstGeom prst="rect">
            <a:avLst/>
          </a:prstGeom>
          <a:solidFill>
            <a:srgbClr val="F5F3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89320" y="1170432"/>
            <a:ext cx="2606040" cy="43891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53912" y="120700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153912" y="1737360"/>
            <a:ext cx="54864" cy="2011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81928" y="1737360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Jobs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153912" y="2130552"/>
            <a:ext cx="54864" cy="2011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81928" y="2130552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Users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153912" y="2523744"/>
            <a:ext cx="54864" cy="2011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81928" y="2523744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Reports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153912" y="2916936"/>
            <a:ext cx="54864" cy="2011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81928" y="2916936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11480" y="363931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COMPONENTS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11480" y="3931920"/>
            <a:ext cx="1554480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11480" y="400507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▣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411480" y="437083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Cards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2103120" y="3931920"/>
            <a:ext cx="1554480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103120" y="400507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⊞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2103120" y="437083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794760" y="3931920"/>
            <a:ext cx="1554480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794760" y="400507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3794760" y="437083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5486400" y="3931920"/>
            <a:ext cx="1554480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486400" y="400507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◉</a:t>
            </a:r>
            <a:endParaRPr lang="en-US" sz="1800" dirty="0"/>
          </a:p>
        </p:txBody>
      </p:sp>
      <p:sp>
        <p:nvSpPr>
          <p:cNvPr id="51" name="Text 49"/>
          <p:cNvSpPr/>
          <p:nvPr/>
        </p:nvSpPr>
        <p:spPr>
          <a:xfrm>
            <a:off x="5486400" y="437083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Badges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7178040" y="3931920"/>
            <a:ext cx="1554480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178040" y="400507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☰</a:t>
            </a:r>
            <a:endParaRPr lang="en-US" sz="1800" dirty="0"/>
          </a:p>
        </p:txBody>
      </p:sp>
      <p:sp>
        <p:nvSpPr>
          <p:cNvPr id="54" name="Text 52"/>
          <p:cNvSpPr/>
          <p:nvPr/>
        </p:nvSpPr>
        <p:spPr>
          <a:xfrm>
            <a:off x="7178040" y="437083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 Nav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LAYOUT &amp; SPACING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11480" y="3657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Principles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82296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Elevation, spacing, and shape language — the invisible foundation of great UI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11480" y="123444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ELEVATION SYSTEM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11480" y="1536192"/>
            <a:ext cx="3749040" cy="65836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62763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0 — Background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94360" y="184708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#F8FAFC  ·  Page canvas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11480" y="2359152"/>
            <a:ext cx="37490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45059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 — Cards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4360" y="267004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#FFFFFF + 1px border #E2E8F0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11480" y="3182112"/>
            <a:ext cx="37490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4360" y="327355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2 — Modals &amp; Forms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94360" y="349300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#FFFFFF + 0 4 20px rgba(0,0,0,0.08)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663440" y="123444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SPACING SYSTEM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663440" y="143560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4px Base Grid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663440" y="1737360"/>
            <a:ext cx="137160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10328" y="173736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4px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910328" y="1892808"/>
            <a:ext cx="3200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Icon gaps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4663440" y="2249424"/>
            <a:ext cx="274320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47488" y="2249424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8px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047488" y="2404872"/>
            <a:ext cx="3200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 &amp; tight gaps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4663440" y="2761488"/>
            <a:ext cx="548640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21808" y="276148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16px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321808" y="2916936"/>
            <a:ext cx="3200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4663440" y="3273552"/>
            <a:ext cx="822960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596128" y="3273552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24px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596128" y="3429000"/>
            <a:ext cx="3200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Sections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4663440" y="3785616"/>
            <a:ext cx="1097280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870448" y="3785616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32px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870448" y="3941064"/>
            <a:ext cx="3200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margins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4663440" y="4407408"/>
            <a:ext cx="425196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63440" y="4462272"/>
            <a:ext cx="4251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 LANGUAGE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4663440" y="466344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Buttons → 8px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080760" y="466344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Cards → 12px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7498080" y="466344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 → 8px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0" y="0"/>
            <a:ext cx="4023360" cy="51435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120640" y="0"/>
            <a:ext cx="50292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0"/>
            <a:ext cx="42976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Design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1938528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foundations of the JobConnect design system: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24128" y="233172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Recruitment Experience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24128" y="2569464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palette builds trust between candidates and companies at every touchpoint.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57200" y="315468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24128" y="31546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Information Hierarchy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24128" y="3392424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 typography ensures readability across data-dense dashboards.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57200" y="397764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24128" y="397764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Workflow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24128" y="4215384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designed for quick navigation and streamlined management.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349240" y="47548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SPECIFICATIONS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349240" y="960120"/>
            <a:ext cx="3566160" cy="484632"/>
          </a:xfrm>
          <a:prstGeom prst="rect">
            <a:avLst/>
          </a:prstGeom>
          <a:solidFill>
            <a:srgbClr val="0D1E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32120" y="1014984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Color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5532120" y="120700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#2563EB — Action Blue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349240" y="1536192"/>
            <a:ext cx="3566160" cy="484632"/>
          </a:xfrm>
          <a:prstGeom prst="rect">
            <a:avLst/>
          </a:prstGeom>
          <a:solidFill>
            <a:srgbClr val="0D1E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32120" y="1591056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5532120" y="178308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 — All weights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349240" y="2112264"/>
            <a:ext cx="3566160" cy="484632"/>
          </a:xfrm>
          <a:prstGeom prst="rect">
            <a:avLst/>
          </a:prstGeom>
          <a:solidFill>
            <a:srgbClr val="0D1E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32120" y="2167128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5532120" y="2359152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4px Base Unit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349240" y="2688336"/>
            <a:ext cx="3566160" cy="484632"/>
          </a:xfrm>
          <a:prstGeom prst="rect">
            <a:avLst/>
          </a:prstGeom>
          <a:solidFill>
            <a:srgbClr val="0D1E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32120" y="274320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Radius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5532120" y="2935224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8px Buttons · 12px Cards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349240" y="3264408"/>
            <a:ext cx="3566160" cy="484632"/>
          </a:xfrm>
          <a:prstGeom prst="rect">
            <a:avLst/>
          </a:prstGeom>
          <a:solidFill>
            <a:srgbClr val="0D1E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32120" y="3319272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5532120" y="351129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#10B981 — Accepted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349240" y="3840480"/>
            <a:ext cx="3566160" cy="484632"/>
          </a:xfrm>
          <a:prstGeom prst="rect">
            <a:avLst/>
          </a:prstGeom>
          <a:solidFill>
            <a:srgbClr val="0D1E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532120" y="3895344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Danger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5532120" y="408736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#EF4444 — Rejected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349240" y="4416552"/>
            <a:ext cx="3566160" cy="484632"/>
          </a:xfrm>
          <a:prstGeom prst="rect">
            <a:avLst/>
          </a:prstGeom>
          <a:solidFill>
            <a:srgbClr val="0D1E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32120" y="4471416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5532120" y="466344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Cards · Tables · Forms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JobConnect Design System</dc:title>
  <dc:subject>PptxGenJS Presentation</dc:subject>
  <dc:creator>PptxGenJS</dc:creator>
  <cp:lastModifiedBy>PptxGenJS</cp:lastModifiedBy>
  <cp:revision>1</cp:revision>
  <dcterms:created xsi:type="dcterms:W3CDTF">2026-06-08T09:38:47Z</dcterms:created>
  <dcterms:modified xsi:type="dcterms:W3CDTF">2026-06-08T09:38:47Z</dcterms:modified>
</cp:coreProperties>
</file>